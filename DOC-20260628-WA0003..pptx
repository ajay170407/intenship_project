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C084FC">
              <a:alpha val="12000"/>
            </a:srgbClr>
          </a:solidFill>
          <a:ln w="12700">
            <a:solidFill>
              <a:srgbClr val="C084FC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PYTHON PROJECTS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Guide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Code &amp; Output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92608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To-Do List  </a:t>
            </a:r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Task 2: Calculator  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Task 3: Password Generator  </a:t>
            </a:r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Task 4: Rock-Paper-Scissors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Task 5: Contact 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update, and track 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975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arithmetic operations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42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Generator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7797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random passwords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46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Rock-Paper-Scissors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with score tracking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513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Book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manage contacts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D34D">
              <a:alpha val="8000"/>
            </a:srgbClr>
          </a:solidFill>
          <a:ln w="12700">
            <a:solidFill>
              <a:srgbClr val="FCD34D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List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To-Do List: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command-line To-Do List application that allows users to create, view, update, and delete tasks. The app uses a list to store tasks in memory and a loop to keep the program running until the user exits.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new task to the 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9202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Tasks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numbered task list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Done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through completed tasks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9202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task by number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Concepts Used: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30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 •  While Loops  •  Functions  •  String Formatting  •  Conditionals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To-Do List: Complete Code (Part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To-Do List Application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= []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add_task(task):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tasks.append({"task": task, "done": False})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Task '{task}' added!")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view_tasks():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tasks: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print("📋 No tasks yet!")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print("\n--- YOUR TO-DO LIST ---")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t in enumerate(tasks, 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 = "✅" if t["done"] else "⬜"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print(f"{i}. {status} {t['task']}")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print("-" * 25)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mark_done(index):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1 &lt;= index &lt;= len(tasks):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tasks[index-1]["done"] =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print(f"✅ Task {index} marked as done!")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print("❌ Invalid task number.")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To-Do List: Complete Code (Part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delete_task(index):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1 &lt;= index &lt;= len(tasks):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removed = tasks.pop(index-1)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print(f"🗑️ Task '{removed['task']}' deleted!")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print("❌ Invalid task number.")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print("=== TO-DO LIST APP ===")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print("\n1. Add Task")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print("2. View Tasks")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print("3. Mark Task Done")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print("4. Delete Task")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print("5. Exit")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input("\nEnter choice (1-5): ").strip()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== "1":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task = input("Enter task: ").strip()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task: add_task(task)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"2":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view_tasks()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"3":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view_tasks()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idx = int(input("Mark task number: 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mark_done(idx)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"4":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view_tasks()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idx = int(input("Delete task number: 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delete_task(idx)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"5":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print("Goodbye! 👋")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To-Do List: Code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= []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dictionaries; each dict stores 'task' (string) and 'done' (bool).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68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add_task()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tasks.append({...})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39903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 a new task dict with done=False. Gives instant feedback.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313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view_tasks()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5877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enumerate(tasks, 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84378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enumerate() provides 1-based index. Status emoji changes based on 'done' flag.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13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mark_done()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5877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tasks[index-1]["done"] = True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84378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range first, then flips the boolean flag to True.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758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delete_task()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0325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tasks.pop(index-1)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28853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pop() removes and returns the item — used to confirm which task was deleted.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58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main() loop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0325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 ... break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28853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loop keeps app alive. Only exits when user selects option 5.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To-Do List: Sample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97680" cy="4251960"/>
          </a:xfrm>
          <a:prstGeom prst="roundRect">
            <a:avLst>
              <a:gd name="adj" fmla="val 1720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4023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TO-DO LIST APP 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View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Mark Task Done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Delete 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task: Buy groceries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Task 'Buy groceries' added!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task: Read Python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Task 'Read Python book' added!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YOUR TO-DO LIST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⬜ Buy groceries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⬜ Read Python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task number: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Task 1 marked as done!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YOUR TO-DO LIST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✅ Buy groceries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⬜ Read Python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206240" cy="4251960"/>
          </a:xfrm>
          <a:prstGeom prst="roundRect">
            <a:avLst>
              <a:gd name="adj" fmla="val 1739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22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0233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88136"/>
            <a:ext cx="3931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task: Exercise daily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Task 'Exercise daily' added!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YOUR TO-DO LIST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✅ Buy groceries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⬜ Read Python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⬜ Exercise daily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YOUR TO-DO LIST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✅ Buy groceries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⬜ Read Python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⬜ Exercise daily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task number: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🗑️ Task 'Read Python book' deleted!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YOUR TO-DO LIST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✅ Buy groceries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⬜ Exercise daily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 (1-5):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 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To-Do List: Key Python Concepts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Dictionaries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structured data. Each task has multiple attributes.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850392"/>
            <a:ext cx="1828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868680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tasks.append({"task": "Buy milk", "done": False})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29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index-value pairs. Start=1 gives 1-based numbering.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929384"/>
            <a:ext cx="1828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947672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t in enumerate(tasks, 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print(f"{i}. {t['task']}")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35224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19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strings (Python 3.6+). Embed variables with curly braces.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3008376"/>
            <a:ext cx="1828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026664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print(f"Task '{task}' added!")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14216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list.pop()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982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item by index and returns it. Used for confirmation message.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4087368"/>
            <a:ext cx="1828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105656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 = tasks.pop(index-1)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To-Do List: Summary &amp; Enhancements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CRUD operations on tasks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Dictionary-based data 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110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User-friendly emoji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951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Input validation with error messages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791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Infinite menu loop with clean exit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Enhancements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Save tasks to a .txt or JSON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270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Add due dates to 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9110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Priority levels (High/Medium/Low)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951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Search and filter tasks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6791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GUI version using tkinter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Level: Beginner  •  Estimated Time: 1–2 hours  •  Lines of Code: ~50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70332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8760" y="370332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Takeaway: Lists and dictionaries together are powerful for simple in-memory data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4ADE8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Calculator: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simple command-line calculator that prompts the user to input two numbers and select an arithmetic operation. The program performs the calculation and displays a formatted result.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+ 3 =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0" y="2359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10 - 4 =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35040" y="2359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7 = 42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65760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÷ 3 = 5.0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200400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Modulus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 3 =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1089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^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035040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^ 8 = 256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Calculator: Complete Code (Part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 Calculator Application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       return a +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subtract(a, b):  return a -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multiply(a, b):  return a *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power(a, b):     return a **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modulus(a, b):   return a % 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divide(a, b):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==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"Error: Division by zero is not allowed!"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/ 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get_number(prompt):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float(input(prompt))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print("❌ Invalid input! Please enter a number.")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show_menu():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print("\n╔══════════════════════╗")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 🧮 CALCULATOR     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print("╠══════════════════════╣")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1. Addition    (+)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2. Subtraction (-)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3. Multiply    (×)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4. Division    (÷)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5. Modulus     (%)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6. Power       (^)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7. Exit           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print("╚══════════════════════╝")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Calculator: Complete Code (Part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operations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"1": (add,      "Addition",       "+"),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"2": (subtract, "Subtraction",    "-"),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"3": (multiply, "Multiplication", "×"),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"4": (divide,   "Division",       "÷"),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"5": (modulus,  "Modulus",        "%"),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"6": (power,    "Power",          "^"),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print("\n=== SIMPLE CALCULATOR ===")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show_menu()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input("\nSelect operation (1-7): ").strip()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== "7":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print("\nThank you for using Calculator! 👋")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not in operations: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print("❌ Invalid choice! Please select 1-7.")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func, name, symbol = operations[choice]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num1 = get_number(f"\nEnter first number:  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num2 = get_number(f"Enter second number: 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func(num1, num2)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print(f"\n{'='*30}")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{num1} {symbol} {num2} = {result}")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Operation: {name}")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print(f"{'='*30}")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again = input("\nCalculate again? (y/n): ").lower()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again != 'y':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print("Goodbye! 👋")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calculate()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Calculator: Code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Functions per Operation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 return a + b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operation is a single-line function. Clean, readable, reusable, and easy to test.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68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of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 = {"1": (add, "Addition", "+")}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4356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menu choice to (function, name, symbol) tuple. Replaces long if-elif chains.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313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by Zero Guard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 == 0: return "Error: ..."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denominator before dividing. Prevents ZeroDivisionError crash.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13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 float(input(...))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 ...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try-except catches bad input. Loop repeats until valid number is entered.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758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Unpacking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032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func, name, symbol = operations[choice]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325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Unpack the 3-item tuple cleanly. Pythonic and concise.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58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32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{num1} {symbol} {num2} = {result}")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4325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 combines all display elements into one clean result line.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Calculator: Sample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97680" cy="4251960"/>
          </a:xfrm>
          <a:prstGeom prst="roundRect">
            <a:avLst>
              <a:gd name="adj" fmla="val 1720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4023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╔══════════════════════╗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 🧮 CALCULATOR    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╠══════════════════════╣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1. Addition    (+)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2. Subtraction (-)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3. Multiply    (×)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4. Division    (÷)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5. Modulus     (%)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6. Power       (^)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7. Exit          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╚══════════════════════╝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operation (1-7):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first number: 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second number: 27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15.0 + 27.0 = 42.0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Operation: Addition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 again? (y/n): 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206240" cy="4251960"/>
          </a:xfrm>
          <a:prstGeom prst="roundRect">
            <a:avLst>
              <a:gd name="adj" fmla="val 1739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22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0233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88136"/>
            <a:ext cx="3931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operation (1-7): 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first number: 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second number: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Division by zero!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operation (1-7): 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first number: 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second number: 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100.0 ÷ 4.0 = 25.0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Operation: Division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operation (1-7):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first number: 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second number: 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2.0 ^ 10.0 = 1024.0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Operation: Power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 again? (y/n):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 👋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Calculator: Error Handling Deep Dive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Errors Handled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num2 = 0 in division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Check b == 0 before calling a/b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61872"/>
            <a:ext cx="18288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61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51790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Division by zero is not allowed!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32304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23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User enters "abc" as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try-except catches ValueError from float()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523744"/>
            <a:ext cx="18288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523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7977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Invalid input! Please enter a number.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94176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Menu Choice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0782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User enters "9" or "x"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52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"9" not in operations dict → continue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18288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785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416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Invalid choice! Please select 1-7.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Calculator: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6 arithmetic operations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Dictionary-driven operation lookup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Input validation with try-except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22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Division by zero protection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Continuous calculation loop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Enhancements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Scientific functions (sin, cos, sqrt)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Calculation history 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Expression evaluator (eval)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322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GUI version with tkinter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Unit conversion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Level: Beginner  •  Estimated Time: 1–2 hours  •  Lines of Code: ~60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70332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70332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Takeaway: Dictionaries mapping keys to functions eliminate repetitive if-elif chains elegantly.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Generator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Password Generator: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password generator that creates strong, random passwords based on user-specified length and complexity options. Uses Python's secrets and string modules for cryptographically secure generation.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Uppercase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D ... Z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8745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7249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d ... z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7249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0 1 2 3 ... 9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87452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1228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7249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@ # $ % &amp; *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 Used: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 (cryptographically secure)   •   string  (character sets)   •   re  (strength validation)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Password Generator: Complete Code (Part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Password Generator using secrets module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secrets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get_character_pool(uppercase, lowercase, digits, symbols):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pool = 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uppercase: pool += string.ascii_uppercase   # A-Z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lowercase: pool += string.ascii_lowercase   # a-z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digits:    pool += string.digits            # 0-9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symbols:   pool += string.punctuation       # !@#$%...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generate_password(length, pool):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Guarantee at least one char from each selected group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[secrets.choice(pool) for _ in range(length)]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secrets.SystemRandom().shuffle(password)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"".join(password)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check_strength(password):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length = len(password)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length &gt;= 8:   score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length &gt;= 12:  score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length &gt;= 16:  score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re.search(r"[A-Z]", password): score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re.search(r"[a-z]", password): score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re.search(r"[0-9]", password): score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re.search(r"[^a-zA-Z0-9]", password): score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&lt;= 2:   return "Weak 🔴",  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&lt;= 4: return "Fair 🟡",  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&lt;= 5: return "Strong 🟢",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return "Very Strong 💪", score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Password Generator: Complete Code (Part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print("╔════════════════════════════╗")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🔐 PASSWORD GENERATOR    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print("╚════════════════════════════╝")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length = int(input("\nPassword length (8-64): 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not (8 &lt;= length &lt;= 64):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print("❌ Length must be 8-64.")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print("❌ Enter a valid number.")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print("\nInclude character types:")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upper   = input("  Uppercase (A-Z)? (y/n): ").lower() == 'y'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lower   = input("  Lowercase (a-z)? (y/n): ").lower() == 'y'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nums    = input("  Digits    (0-9)? (y/n): ").lower() == 'y'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symbols = input("  Symbols  (!@#)? (y/n): ").lower() == 'y'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pool = get_character_pool(upper, lower, nums, symbols)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pool: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print("❌ Select at least one character type!")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password = generate_password(length, pool)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strength, score = check_strength(password)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print(f"\n{'='*35}")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Generated Password:")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{password}")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Strength: {strength} ({score}/7)")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print(f"{'='*35}")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again = input("\nGenerate another? (y/n): ").lower()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again != 'y':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print("\nStay secure! 🛡️")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Password Generator: secrets vs random Module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secrets instead of random?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module 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Pseudorandom (PRNG)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Seeded by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Predictable sequence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OK for simulations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NOT safe for passwords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module 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Cryptographically secure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Uses OS entropy source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Unpredictable 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PEP 506 approved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Designed for passwords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7490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secrets.choice(pool)   vs   random.choice(pool)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look identical but secrets uses /dev/urandom — impossible to predict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Password Generator: Sample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97680" cy="4251960"/>
          </a:xfrm>
          <a:prstGeom prst="roundRect">
            <a:avLst>
              <a:gd name="adj" fmla="val 1720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4023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╔════════════════════════════╗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🔐 PASSWORD GENERATOR   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╚════════════════════════════╝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length (8-64):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Length must be 8-64.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length (8-64): 16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character types: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Uppercase (A-Z)? (y/n):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Lowercase (a-z)? (y/n):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Digits    (0-9)? (y/n):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Symbols  (!@#)? (y/n): 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Generated Password: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K#9mPx@2vL!5nQw8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Strength: Very Strong 💪 (7/7)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another? (y/n): 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206240" cy="4251960"/>
          </a:xfrm>
          <a:prstGeom prst="roundRect">
            <a:avLst>
              <a:gd name="adj" fmla="val 1739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22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0233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88136"/>
            <a:ext cx="3931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length (8-64): 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character types: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Uppercase (A-Z)? (y/n):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Lowercase (a-z)? (y/n):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Digits    (0-9)? (y/n):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Symbols  (!@#)? (y/n): 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Generated Password: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MXRTQBZL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Strength: Weak 🔴 (2/7)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another? (y/n): 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length (8-64): 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Uppercase?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Lowercase?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Digits?   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Symbols?   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Generated Password: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hR7kPm2xNq8L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Strength: Strong 🟢 (5/7)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another? (y/n):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secure! 🛡️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Password Generator: Strength Algorithm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Scoring (0–7 points)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252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≥ 8 characters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2252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&gt;=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459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00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≥ 12 characters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7007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&gt;= 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21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176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≥ 16 characters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176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&gt;= 16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968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51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uppercase letter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651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re.search(r"[A-Z]", pwd)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723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lowercase letter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1272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re.search(r"[a-z]", pwd)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478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602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digit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36027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re.search(r"[0-9]", pwd)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23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0782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special character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40782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re.search(r"[^a-zA-Z0-9]", pwd)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498848"/>
            <a:ext cx="85953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0-2: Weak 🔴   3-4: Fair 🟡   5: Strong 🟢   6-7: Very Strong 💪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Password Generator: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Cryptographically secure with secrets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Configurable character pools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strength scoring with regex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Input validation (length 8-64)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Continuous generation loop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Enhancements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Copy password to clipboard (pyperclip)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Save passwords to encrypted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Generate passphrase (word-based)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322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Exclude ambiguous chars (0, O, 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Password history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Level: Beginner-Intermediate  •  Time: 1-2 hrs  •  Modules: secrets, string, 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58768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858768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Takeaway: secrets module provides OS-level randomness — always use it for security-sensitive generation.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C084FC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C084FC">
              <a:alpha val="20000"/>
            </a:srgbClr>
          </a:solidFill>
          <a:ln w="12700">
            <a:solidFill>
              <a:srgbClr val="C084F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Rock-Paper-Scissors Game</a:t>
            </a:r>
            <a:endParaRPr lang="en-US" sz="3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Rock-Paper-Scissors: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interactive Rock-Paper-Scissors game with score tracking. The computer randomly selects a choice, game logic determines the winner, and scores are tracked across multiple rounds.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Rules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286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🪨 Rock  Crushes  ✂️ Scissors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26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Scissors  Cuts  📄 Paper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56432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566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Paper  Covers  🪨 Rock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176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Random computer choice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96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Win/lose/tie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Score tracking across rounds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4381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Play again option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858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User-friendly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Rock-Paper-Scissors: Complete Code (Part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Rock-Paper-Scissors Game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   = ["rock", "paper", "scissors"]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EMOJI     = {"rock": "🪨", "paper": "📄", "scissors": "✂️"}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BEATS     = {"rock": "scissors", "paper": "rock", "scissors": "paper"}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{"player": 0, "computer": 0, "ties": 0}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get_computer_choice():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random.choice(CHOICES)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determine_winner(player, computer):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player == computer: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"tie"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BEATS[player] == computer: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"player"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"computer"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display_result(player, computer, winner):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print(f"\n  You chose:      {EMOJI[player]} {player.capitalize()}")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Computer chose: {EMOJI[computer]} {computer.capitalize()}")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winner == "tie":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  🤝 It's a TIE!")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scores["ties"]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winner == "player":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  🎉 YOU WIN this round!")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scores["player"]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  💻 COMPUTER WINS this round!")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scores["computer"] += 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Rock-Paper-Scissors: Complete Code (Part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show_scores():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sum(scores.values())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print(f"\n  ┌─── SCOREBOARD ───────────────┐")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│  👤 You:      {scores['player']:&gt;3} wins          │")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│  💻 Computer: {scores['computer']:&gt;3} wins          │")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│  🤝 Ties:     {scores['ties']:&gt;3}               │")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│  📊 Rounds:   {total:&gt;3}               │")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└──────────────────────────────┘")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print("╔═══════════════════════════╗")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✂️  ROCK-PAPER-SCISSORS 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print("╚═══════════════════════════╝")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print("\nChoices: rock | paper | scissors | quit")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input("Your choice: ").strip().lower()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== "quit":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show_scores()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 = scores["player"] + scores["computer"]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total &gt;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rate = (scores["player"] / total) *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print(f"\n  🏆 Your win rate: {rate:.1f}%")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print("\nThanks for playing! 👋")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not in CHOICES: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print("❌ Invalid! Type rock, paper, scissors, or quit.")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computer = get_computer_choice()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winner   = determine_winner(choice, computer)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display_result(choice, computer, winner)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show_scores()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Rock-Paper-Scissors: Code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Dictionary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BEATS = {"rock":"scissors", "paper":"rock", "scissors":"paper"}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each choice to what it beats. O(1) winner lookup — no if-elif chain needed.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68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determine_winner()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BEATS[player] == computer: return "player"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4356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comparison: if player's beaten choice equals computer's → player wins.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313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Scores Dict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{"player":0, "computer":0, "ties":0}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scores persistently across all rounds without passing between functions.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13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 Dictionary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EMOJI = {"rock":"🪨", "paper":"📄"}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display logic from game logic. Easy to change emojis without touching game code.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758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 Calculation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032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(scores["player"] / total) * 100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325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at the end. Guard against division by zero with total &gt; 0 check.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58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random.choice()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32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= random.choice(CHOICES)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4325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a random element from the list. Each call is independent and uniform.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Rock-Paper-Scissors: Sample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97680" cy="4251960"/>
          </a:xfrm>
          <a:prstGeom prst="roundRect">
            <a:avLst>
              <a:gd name="adj" fmla="val 1720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4023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╔═══════════════════════════╗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✂️  ROCK-PAPER-SCISSORS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╚═══════════════════════════╝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Choices: rock|paper|scissors|quit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choice: rock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chose:      🪨 Rock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Computer chose: ✂️ Scissors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🎉 YOU WIN this round!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┌─── SCOREBOARD 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👤 You:        1 wins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💻 Computer:   0 wins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🤝 Ties:       0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📊 Rounds:     1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└─────────────────────────┘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choice: paper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chose:      📄 Paper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Computer chose: 📄 Paper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🤝 It's a TIE!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206240" cy="4251960"/>
          </a:xfrm>
          <a:prstGeom prst="roundRect">
            <a:avLst>
              <a:gd name="adj" fmla="val 1739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22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0233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88136"/>
            <a:ext cx="3931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┌─── SCOREBOARD 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👤 You:        1 wins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💻 Computer:   0 wins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🤝 Ties:       1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📊 Rounds:     2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└─────────────────────────┘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choice: scissors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chose:      ✂️ Scissors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Computer chose: 🪨 Rock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💻 COMPUTER WINS this round!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┌─── SCOREBOARD 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👤 You:        1 wins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💻 Computer:   1 wins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🤝 Ties:       1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📊 Rounds:     3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└─────────────────────────┘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choice: quit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🏆 Your win rate: 33.3%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 for playing! 👋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Rock-Paper-Scissors: Game Logic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29000" y="777240"/>
            <a:ext cx="2286000" cy="457200"/>
          </a:xfrm>
          <a:prstGeom prst="ellipse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777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2344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150876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Player 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24028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2468880"/>
            <a:ext cx="-137160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2468880"/>
            <a:ext cx="0" cy="-91440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1554480"/>
            <a:ext cx="137160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2468880"/>
            <a:ext cx="1143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22402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240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Stats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69748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29718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Random Choice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4290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37033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Winner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730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== computer → TIE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931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BEATS[player]==comp → WIN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4133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→ LOSE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41605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443484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4434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Score &amp; Loop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Rock-Paper-Scissors: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Dictionary-driven game logic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Clean winner determination (no if-elif chain)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Persistent score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Win rate statistics at 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Input validation with helpful messages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Enhancements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Rock-Paper-Scissors-Lizard-Spock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Best of 5/7 tournament mode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Difficulty levels (AI strategy)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322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Graphical interface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Multiplayer two-player mode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Level: Beginner  •  Estimated Time: 1-2 hours  •  Lines of Code: ~70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58768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858768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Takeaway: Dictionaries can encode entire game rules — BEATS dict eliminates all win-condition if-elif chains.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7171">
              <a:alpha val="8000"/>
            </a:srgbClr>
          </a:solidFill>
          <a:ln w="12700">
            <a:solidFill>
              <a:srgbClr val="F8717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Book</a:t>
            </a:r>
            <a:endParaRPr lang="en-US" sz="3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Contact Book: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full-featured contact management application. Store contacts with name, phone, email and address. Supports adding, viewing, searching, updating, and deleting contacts with data saved to a JSON file.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Add Contact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name, phone, email, address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View 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304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contacts alphabetically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304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or phone number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Update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758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any contact field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200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 Delete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6758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contact by name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200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6758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 to JSON file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Contact Book: Complete Code (Part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Contact Book Application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 = "contacts.json"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load_contacts():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os.path.exists(FILENAME):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open(FILENAME, "r")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json.load(f)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save_contacts(contacts):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open(FILENAME, "w")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json.dump(contacts, f, indent=4)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print("💾 Contacts saved!")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add_contact(contacts):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input("Name:    ").strip().title()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name: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print("❌ Name cannot be empty!")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in contacts: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print(f"⚠️ Contact '{name}' already exists!")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contacts[name]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"phone":   input("Phone:   ").strip(),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"email":   input("Email:   ").strip(),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"address": input("Address: ").strip()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save_contacts(contacts)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Contact '{name}' added successfully!")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view_contacts(contacts):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contacts: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print("📭 No contacts found!")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print(f"\n{'='*45}")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{'NAME':&lt;20} {'PHONE':&lt;15} EMAIL")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{'-'*20} {'-'*15} {'-'*20}")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 in sorted(contacts):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= contacts[name]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{name:&lt;20} {c['phone']:&lt;15} {c['email']}")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print(f"{'='*45}")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Total: {len(contacts)} contact(s)")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Contact Book: Complete Code (Part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68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68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42416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search_contact(contacts):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= input("Search (name/phone): ").strip().lower()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found = {n: c for n, c in contacts.items()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if query in n.lower() or query in c.get("phone", "")}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found: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print(f"\n🔍 Found {len(found)} result(s):")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name, c in found.items():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  📞 {name}: {c['phone']} | {c['email']}")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print(f"❌ No contact found for '{query}'.")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update_contact(contacts):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input("Name to update: ").strip().title()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not in contacts: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print(f"❌ Contact '{name}' not found!")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print("Leave blank to keep existing value.")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contacts[name]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field in ["phone", "email", "address"]: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= input(f"  New {field} [{c[field]}]: ").strip()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new: c[field] = new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save_contacts(contacts)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Contact '{name}' updated!")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delete_contact(contacts):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input("Name to delete: ").strip().title()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in contacts: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 contacts[name]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save_contacts(contacts)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print(f"🗑️ Contact '{name}' deleted!")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print(f"❌ Contact '{name}' not found!")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contacts = load_contacts()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print("╔═══════════════════════╗")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print("║   📒 CONTACT BOOK      ║")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print("╚═══════════════════════╝")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menu = {"1":add_contact,"2":view_contacts,"3":search_contact,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"4":update_contact,"5":delete_contact}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print("\n1.Add 2.View 3.Search 4.Update 5.Delete 6.Exit")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= input("Choice: ").strip()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 == "6": print("Goodbye! 👋");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 in menu: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menu[c](contacts) if c!="2" else menu[c](contacts)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 print("❌ Invalid choice!")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Contact Book: JSON File Persistence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Persists Between Sessions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930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930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28930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contacts.json (auto-created)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"Alice Johnson":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"phone": "555-0101",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"alice@email.com",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"address": "123 Main St"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"Bob Smith":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"phone": "555-0202",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"bob@email.com",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"address": "456 Oak Ave"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on Startup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481328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60020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60020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1496" y="160020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773936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load_contacts():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os.path.exists(FILENAME):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open(FILENAME,"r")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json.load(f)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395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After Each Change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688336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80720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6048" y="280720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11496" y="280720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8094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save_contacts(contacts):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open(FILENAME,"w")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json.dump(contacts, f, indent=4)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JSON?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307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Human-readable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Python support (import json)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Preserves nested data (dict inside dict)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Portable across platforms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Alternatives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73075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CSV: flat, no nesting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Pickle: binary, Python-only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SQLite: overkill for small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JSON: perfect balance ✅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Contact Book: Sample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97680" cy="4251960"/>
          </a:xfrm>
          <a:prstGeom prst="roundRect">
            <a:avLst>
              <a:gd name="adj" fmla="val 1720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4023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╔═══════════════════════╗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 📒 CONTACT BOOK      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╚═══════════════════════╝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1.Add 2.View 3.Search 4.Update 5.Delete 6.Exit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Alice Johnson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  555-0101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  alice@email.com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123 Main 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Contacts saved!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Contact 'Alice Johnson' added!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Bob Smith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  555-0202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  bob@email.com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456 Oak Ave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Contacts saved!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Contact 'Bob Smith' added!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 PHONE           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-------------------- --------------- --------------------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Alice Johnson        555-0101        alice@email.com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Bob Smith            555-0202        bob@email.com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2 contact(s)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206240" cy="4251960"/>
          </a:xfrm>
          <a:prstGeom prst="roundRect">
            <a:avLst>
              <a:gd name="adj" fmla="val 1739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22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 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0233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88136"/>
            <a:ext cx="3931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(name/phone): alice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🔍 Found 1 result(s):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📞 Alice Johnson: 555-0101 | alice@email.com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to update: Alice Johnson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blank to keep existing value.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phone [555-0101]: 555-9999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email [alice@email.com]: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address [123 Main St]: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Contacts saved!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Contact 'Alice Johnson' updated!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to delete: Bob Smith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Contacts saved!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🗑️ Contact 'Bob Smith' deleted!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Alice Johnson   555-9999  alice@email.com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1 contact(s)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 👋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Contact Book: Code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50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 comprehension search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= {n: c for n, c in contacts.items()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query in n.lower() or query in c["phone"]}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Single-line search across both name and phone. Case-insensitive with .lower().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50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os.path.exists()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0" y="1124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os.path.exists(FILENAME):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json.load(f)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0" y="143560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file exists before loading — avoids FileNotFoundError on first run.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2951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= Keep Value Pattern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5694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= input(f"New {field} [{c[field]}]: 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new: c[field] = new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current value in prompt. Empty input keeps original. Elegant UX pattern.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2951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dispatch dict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5694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= {"1":add_contact, "2":view_contacts, ...}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menu choices to functions. Eliminates repetitive if-elif. Call with menu[c](contacts).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7398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.title() for Names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0142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input("Name: ").strip().title()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32511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"alice johnson" → "Alice Johnson". Ensures consistent key naming in the dict.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66744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398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json.dump indent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40142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json.dump(contacts, f, indent=4)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432511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indent=4 makes JSON file human-readable with 4-space indentation. Easy to inspect/debug.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Contact Book: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CRUD with JSON persistence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Dict comprehension for search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Function dispatch dictionary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Input validation &amp; duplicate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Alphabetical display with formatting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Enhancements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Export to CSV / vCard (.vcf)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Import from 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Birthday reminders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322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Groups / labels for contacts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GUI with tkinter or PyQt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Level: Intermediate  •  Time: 2-3 hrs  •  Modules: json, 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58768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858768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Takeaway: JSON + dict give you a lightweight database — perfect for small-scale persistent storage without SQL.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Tasks — Quick Comparison</a:t>
            </a:r>
            <a:endParaRPr lang="en-US" sz="2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737360"/>
                <a:gridCol w="1554480"/>
                <a:gridCol w="1188720"/>
              </a:tblGrid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Module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Store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Difficulty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CD34D"/>
                          </a:solidFill>
                        </a:rPr>
                        <a:t>1. To-Do 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List of dicts, CRUD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Built-in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In-memory list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</a:rPr>
                        <a:t>★☆☆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</a:rPr>
                        <a:t>2. Calculator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Functions, dict dispatch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Built-in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</a:rPr>
                        <a:t>★☆☆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3. Password Gen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secrets, regex, 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secrets, 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CD34D"/>
                          </a:solidFill>
                        </a:rPr>
                        <a:t>★★☆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</a:rPr>
                        <a:t>4. RPS Game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Dict game logic, random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random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In-memory dict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</a:rPr>
                        <a:t>★☆☆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7171"/>
                          </a:solidFill>
                        </a:rPr>
                        <a:t>5. Contact Book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JSON persistence, 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json, 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JSON file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CD34D"/>
                          </a:solidFill>
                        </a:rPr>
                        <a:t>★★☆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Python Patterns Across All Tasks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 + break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8961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tasks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896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menu loop — keeps app running until user explicitly exits.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9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 dispatch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6093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2, 4, 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093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keys to functions: {"1": func1}. Replaces if-elif chains cleanly.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22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try-except for input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3225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2,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22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float()/int() conversion in try-except to catch non-numeric input.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35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List/Dict comprehension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1,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035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filtering: {n:c for n,c in contacts.items() if query in n}.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f-strings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tasks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f"Result: {value}" — clean, readable string interpolation (Python 3.6+).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3708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62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enumerate(iterable, 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4462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1,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462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(index, value) pairs. Start=1 gives natural 1-based numbering.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Learning Roadmap —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1737360" cy="0"/>
          </a:xfrm>
          <a:prstGeom prst="line">
            <a:avLst/>
          </a:prstGeom>
          <a:noFill/>
          <a:ln w="9525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Variables &amp; Data Types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Lists, Dicts, Sets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Flow (if/while/for)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Functions &amp;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82296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87752" y="1664208"/>
            <a:ext cx="1737360" cy="0"/>
          </a:xfrm>
          <a:prstGeom prst="line">
            <a:avLst/>
          </a:prstGeom>
          <a:noFill/>
          <a:ln w="9525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I/O (csv, json, txt)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OOP: Classes &amp; Objects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Handling (try-except)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Modules &amp; Packages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82296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8304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64024" y="1664208"/>
            <a:ext cx="1737360" cy="0"/>
          </a:xfrm>
          <a:prstGeom prst="line">
            <a:avLst/>
          </a:prstGeom>
          <a:noFill/>
          <a:ln w="9525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APIs &amp; web requests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Databases (SQLite)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science (pandas)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GUI (tkinter, PyQt)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82296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94576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0296" y="1664208"/>
            <a:ext cx="1737360" cy="0"/>
          </a:xfrm>
          <a:prstGeom prst="line">
            <a:avLst/>
          </a:prstGeom>
          <a:noFill/>
          <a:ln w="9525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dev (Flask/Django)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12864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Machine Learning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12864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Async / threading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12864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38BDF8">
              <a:alpha val="13000"/>
            </a:srgbClr>
          </a:solidFill>
          <a:ln w="12700">
            <a:solidFill>
              <a:srgbClr val="38BDF8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C084FC">
              <a:alpha val="13000"/>
            </a:srgbClr>
          </a:solidFill>
          <a:ln w="12700">
            <a:solidFill>
              <a:srgbClr val="C084FC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🐍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5 complete Python projects with code and output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34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List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48256" y="28346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2834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30752" y="28346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834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Generator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13248" y="28346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2834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Rock-Paper-Scissors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95744" y="28346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5744" y="2834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Book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coding. Keep building. 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slides: 46  •  5 Python Projects  •  Complete with Code &amp; Output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Projects: Complete Guide</dc:title>
  <dc:subject>PptxGenJS Presentation</dc:subject>
  <dc:creator>PptxGenJS</dc:creator>
  <cp:lastModifiedBy>PptxGenJS</cp:lastModifiedBy>
  <cp:revision>1</cp:revision>
  <dcterms:created xsi:type="dcterms:W3CDTF">2026-06-28T02:44:49Z</dcterms:created>
  <dcterms:modified xsi:type="dcterms:W3CDTF">2026-06-28T02:44:49Z</dcterms:modified>
</cp:coreProperties>
</file>